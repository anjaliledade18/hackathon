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82254a2b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82254a2b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82254a2b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c82254a2b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82254a2b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82254a2b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82254a2b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82254a2b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82254a2b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82254a2b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82254a2b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82254a2b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82254a2b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82254a2b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 Multi-Agent Sales Pipeline Assistant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Automating lead qualification, follow-ups, and CRM workflows using collaborative AI agents.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3963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Problem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Sales teams spend large time on repetitive tasks: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Manual lead qualification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Writing follow-up emails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Scheduling reminders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Updating CRM systems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Leads are often lost due to delayed responses.</a:t>
            </a:r>
            <a:br>
              <a:rPr lang="en-GB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Goal</a:t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Build an intelligent system that automates the entire sales workflow.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Flow_Diagram.png"/>
          <p:cNvPicPr preferRelativeResize="0"/>
          <p:nvPr/>
        </p:nvPicPr>
        <p:blipFill rotWithShape="1">
          <a:blip r:embed="rId3">
            <a:alphaModFix/>
          </a:blip>
          <a:srcRect b="3297" l="0" r="2534" t="0"/>
          <a:stretch/>
        </p:blipFill>
        <p:spPr>
          <a:xfrm>
            <a:off x="714375" y="0"/>
            <a:ext cx="7519949" cy="4158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614250" y="4158500"/>
            <a:ext cx="791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Instead of one AI doing everything, we divide responsibilities like a real sales organization.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5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How It Works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User submits a lead via API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Qualification Agent analyzes intent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Follow-up Agent generates outreach email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Reminder Agent schedules next action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CRM Agent produces structured summary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</a:t>
            </a:r>
            <a:r>
              <a:rPr lang="en-GB"/>
              <a:t>Input</a:t>
            </a:r>
            <a:r>
              <a:rPr lang="en-GB"/>
              <a:t> 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  "name": "Sia Jon",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  "company": "TechGig",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  "interest": "AI automation",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  "budget": "High",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  "timeline": "Immediate"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90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User Agent Execution: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727175"/>
            <a:ext cx="8520600" cy="42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Qualification Agent analyzing...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Follow-up Agent drafting email...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Reminder Agent scheduling...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CRM Agent summarizing…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Impact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Reduces manual sales effort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Faster lead response time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Consistent communication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CRM-ready automation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Output:</a:t>
            </a:r>
            <a:endParaRPr/>
          </a:p>
        </p:txBody>
      </p:sp>
      <p:pic>
        <p:nvPicPr>
          <p:cNvPr id="90" name="Google Shape;90;p19" title="Image 14-02-26 at 11.52 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18200"/>
            <a:ext cx="8288850" cy="248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20" title="Image 15-02-26 at 1.19 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25048"/>
            <a:ext cx="9144003" cy="4826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